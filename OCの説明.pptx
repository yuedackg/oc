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61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73349"/>
          </a:xfrm>
        </p:spPr>
        <p:txBody>
          <a:bodyPr/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130" y="1253068"/>
            <a:ext cx="9404723" cy="499533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25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69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32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00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55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851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027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20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19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801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6470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051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728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394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1341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79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B02C754-4A34-48DD-B300-769436F733F6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6A958-123D-4087-85E0-92E8596E6B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99790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kumimoji="1"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52E8FD-3560-AE9A-B4EB-A237B3BE08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オープンキャンパス　</a:t>
            </a:r>
            <a:br>
              <a:rPr lang="en-US" altLang="ja-JP" dirty="0"/>
            </a:br>
            <a:r>
              <a:rPr lang="ja-JP" altLang="en-US" dirty="0"/>
              <a:t>体験学習</a:t>
            </a:r>
            <a:br>
              <a:rPr lang="en-US" altLang="ja-JP" dirty="0"/>
            </a:b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864A83F-56B5-4109-A452-ADF62635E0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コンピュータ教育学院メディアコミュニケーション</a:t>
            </a:r>
          </a:p>
        </p:txBody>
      </p:sp>
    </p:spTree>
    <p:extLst>
      <p:ext uri="{BB962C8B-B14F-4D97-AF65-F5344CB8AC3E}">
        <p14:creationId xmlns:p14="http://schemas.microsoft.com/office/powerpoint/2010/main" val="179395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1971A3-11F4-C719-EA49-79A9E3412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大橋校舎の学科について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E207B8-633D-4CAF-4D68-C8CC44792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デジタルビジネス学科</a:t>
            </a:r>
            <a:br>
              <a:rPr kumimoji="1" lang="en-US" altLang="ja-JP" dirty="0"/>
            </a:br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を利用して、オフィスの仕事を効率的に、</a:t>
            </a:r>
            <a:br>
              <a:rPr lang="en-US" altLang="ja-JP" dirty="0"/>
            </a:br>
            <a:r>
              <a:rPr lang="en-US" altLang="ja-JP" dirty="0"/>
              <a:t>SNS</a:t>
            </a:r>
            <a:r>
              <a:rPr lang="ja-JP" altLang="en-US" dirty="0"/>
              <a:t>などの発信に利用したりして仕事に活用する学科です。</a:t>
            </a:r>
            <a:endParaRPr kumimoji="1" lang="en-US" altLang="ja-JP" dirty="0"/>
          </a:p>
          <a:p>
            <a:r>
              <a:rPr lang="ja-JP" altLang="en-US" dirty="0"/>
              <a:t>デジタルコンテンツデザイン学科</a:t>
            </a:r>
            <a:br>
              <a:rPr lang="en-US" altLang="ja-JP" dirty="0"/>
            </a:br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を利用して、</a:t>
            </a:r>
            <a:r>
              <a:rPr lang="en-US" altLang="ja-JP" dirty="0"/>
              <a:t>Web</a:t>
            </a:r>
            <a:r>
              <a:rPr lang="ja-JP" altLang="en-US" dirty="0"/>
              <a:t>ページや映像といったコンテンツの制作を行います。特に、プロが使用するツールを利用して制作に取り組む学科です。</a:t>
            </a:r>
            <a:endParaRPr lang="en-US" altLang="ja-JP" dirty="0"/>
          </a:p>
          <a:p>
            <a:r>
              <a:rPr lang="ja-JP" altLang="en-US" dirty="0"/>
              <a:t>情報データビジネス学科</a:t>
            </a:r>
            <a:br>
              <a:rPr lang="en-US" altLang="ja-JP" dirty="0"/>
            </a:br>
            <a:r>
              <a:rPr lang="ja-JP" altLang="en-US" dirty="0"/>
              <a:t>野球を通じて得たデータを</a:t>
            </a:r>
            <a:r>
              <a:rPr lang="en-US" altLang="ja-JP" dirty="0"/>
              <a:t>Excel</a:t>
            </a:r>
            <a:r>
              <a:rPr lang="ja-JP" altLang="en-US" dirty="0"/>
              <a:t>、そして</a:t>
            </a:r>
            <a:r>
              <a:rPr lang="en-US" altLang="ja-JP" dirty="0"/>
              <a:t>AI</a:t>
            </a:r>
            <a:r>
              <a:rPr lang="ja-JP" altLang="en-US" dirty="0"/>
              <a:t>分析により、パフォーマンスの高い授業に取り組みます。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※</a:t>
            </a:r>
            <a:r>
              <a:rPr lang="ja-JP" altLang="en-US" dirty="0"/>
              <a:t>コンピュータ教育学院の校舎は、２場所に立地しています。</a:t>
            </a:r>
            <a:br>
              <a:rPr lang="en-US" altLang="ja-JP" dirty="0"/>
            </a:br>
            <a:r>
              <a:rPr lang="ja-JP" altLang="en-US" dirty="0"/>
              <a:t>一つは、天神に。　もう一つは、福岡市南区の大橋駅近くになります。</a:t>
            </a:r>
            <a:br>
              <a:rPr lang="en-US" altLang="ja-JP" dirty="0"/>
            </a:br>
            <a:r>
              <a:rPr lang="ja-JP" altLang="en-US" dirty="0"/>
              <a:t>二つの校舎は３０分間で行き来できます。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685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0FA938-9606-62E0-58A6-3A2972631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生成</a:t>
            </a:r>
            <a:r>
              <a:rPr kumimoji="1" lang="en-US" altLang="ja-JP" dirty="0"/>
              <a:t>AI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6CD2BA-4814-CABB-A573-7C44D76B0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ここ数年は、</a:t>
            </a:r>
            <a:r>
              <a:rPr lang="en-US" altLang="ja-JP" dirty="0"/>
              <a:t>AI</a:t>
            </a:r>
            <a:r>
              <a:rPr lang="ja-JP" altLang="en-US" dirty="0"/>
              <a:t>の進化が進んでいます。</a:t>
            </a:r>
            <a:br>
              <a:rPr lang="en-US" altLang="ja-JP" dirty="0"/>
            </a:br>
            <a:r>
              <a:rPr lang="ja-JP" altLang="en-US" dirty="0"/>
              <a:t>少しだけ疑問があるのも事実。　不自然な</a:t>
            </a:r>
            <a:r>
              <a:rPr lang="en-US" altLang="ja-JP" dirty="0" err="1"/>
              <a:t>Youtube</a:t>
            </a:r>
            <a:r>
              <a:rPr lang="ja-JP" altLang="en-US" dirty="0"/>
              <a:t>の中にあるサムネイル。不自然に加工された写真。そういったものは、十分に</a:t>
            </a:r>
            <a:r>
              <a:rPr lang="en-US" altLang="ja-JP" dirty="0"/>
              <a:t>AI</a:t>
            </a:r>
            <a:r>
              <a:rPr lang="ja-JP" altLang="en-US" dirty="0"/>
              <a:t>を生かせたものとは言えません。</a:t>
            </a:r>
            <a:endParaRPr lang="en-US" altLang="ja-JP" dirty="0"/>
          </a:p>
          <a:p>
            <a:r>
              <a:rPr kumimoji="1" lang="ja-JP" altLang="en-US" dirty="0"/>
              <a:t>大橋の校舎では、生成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の基礎を学び、その嘘や、間違った生成が起こることを学習して、様々な教科で利用する方法を学びます。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97373A-3111-E4C4-FA74-5E30DF481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96" y="3657541"/>
            <a:ext cx="3435897" cy="271786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2A3BBE0-0A38-B406-4AFD-4A8F2B48C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311" y="3657539"/>
            <a:ext cx="5087277" cy="271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04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B48DAC-C68E-4E47-83BA-AF2011F8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業界の標準ツール</a:t>
            </a:r>
            <a:r>
              <a:rPr kumimoji="1" lang="en-US" altLang="ja-JP" dirty="0"/>
              <a:t>Adobe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807E1B-C395-10D1-182F-F5403B26A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デジタルコンテンツの作成には、</a:t>
            </a:r>
            <a:r>
              <a:rPr kumimoji="1" lang="en-US" altLang="ja-JP" dirty="0"/>
              <a:t>Adobe</a:t>
            </a:r>
            <a:r>
              <a:rPr kumimoji="1" lang="ja-JP" altLang="en-US" dirty="0"/>
              <a:t>社の</a:t>
            </a:r>
            <a:r>
              <a:rPr kumimoji="1" lang="en-US" altLang="ja-JP" dirty="0"/>
              <a:t>Creative</a:t>
            </a:r>
            <a:r>
              <a:rPr kumimoji="1" lang="ja-JP" altLang="en-US" dirty="0"/>
              <a:t> </a:t>
            </a:r>
            <a:r>
              <a:rPr kumimoji="1" lang="en-US" altLang="ja-JP" dirty="0"/>
              <a:t>Cloud</a:t>
            </a:r>
            <a:r>
              <a:rPr kumimoji="1" lang="ja-JP" altLang="en-US" dirty="0"/>
              <a:t>を使用して授業で制作を行います。</a:t>
            </a:r>
            <a:endParaRPr kumimoji="1" lang="en-US" altLang="ja-JP" dirty="0"/>
          </a:p>
          <a:p>
            <a:r>
              <a:rPr kumimoji="1" lang="ja-JP" altLang="en-US" dirty="0"/>
              <a:t>画像編集、画像・文字のレイアウト、そして映像作品の制作には、</a:t>
            </a:r>
            <a:r>
              <a:rPr kumimoji="1" lang="en-US" altLang="ja-JP" dirty="0"/>
              <a:t>Adobe</a:t>
            </a:r>
            <a:r>
              <a:rPr kumimoji="1" lang="ja-JP" altLang="en-US" dirty="0"/>
              <a:t>社のプロ仕様のツールが用いられています。そのプロが使うソフトをそのまま利用して、コンテンツの制作を行います。</a:t>
            </a:r>
            <a:endParaRPr kumimoji="1" lang="en-US" altLang="ja-JP" dirty="0"/>
          </a:p>
          <a:p>
            <a:r>
              <a:rPr lang="ja-JP" altLang="en-US" dirty="0"/>
              <a:t>画像の編集には、</a:t>
            </a:r>
            <a:r>
              <a:rPr lang="en-US" altLang="ja-JP" dirty="0"/>
              <a:t>Photoshop</a:t>
            </a:r>
            <a:br>
              <a:rPr lang="en-US" altLang="ja-JP" dirty="0"/>
            </a:br>
            <a:r>
              <a:rPr lang="ja-JP" altLang="en-US" dirty="0"/>
              <a:t>画像・文字のレイアウトには</a:t>
            </a:r>
            <a:r>
              <a:rPr lang="en-US" altLang="ja-JP" dirty="0"/>
              <a:t>Illustrator</a:t>
            </a:r>
            <a:br>
              <a:rPr lang="en-US" altLang="ja-JP" dirty="0"/>
            </a:br>
            <a:r>
              <a:rPr lang="ja-JP" altLang="en-US" dirty="0"/>
              <a:t>映像制作には、</a:t>
            </a:r>
            <a:r>
              <a:rPr lang="en-US" altLang="ja-JP" dirty="0"/>
              <a:t>Premier</a:t>
            </a:r>
            <a:r>
              <a:rPr lang="ja-JP" altLang="en-US" dirty="0"/>
              <a:t> </a:t>
            </a:r>
            <a:r>
              <a:rPr lang="en-US" altLang="ja-JP" dirty="0"/>
              <a:t>Pro</a:t>
            </a:r>
            <a:r>
              <a:rPr lang="ja-JP" altLang="en-US" dirty="0"/>
              <a:t>、</a:t>
            </a:r>
            <a:r>
              <a:rPr lang="en-US" altLang="ja-JP" dirty="0"/>
              <a:t>After</a:t>
            </a:r>
            <a:r>
              <a:rPr lang="ja-JP" altLang="en-US" dirty="0"/>
              <a:t> </a:t>
            </a:r>
            <a:r>
              <a:rPr lang="en-US" altLang="ja-JP" dirty="0"/>
              <a:t>Effect</a:t>
            </a:r>
            <a:r>
              <a:rPr lang="ja-JP" altLang="en-US" dirty="0"/>
              <a:t>といったツールを使います。</a:t>
            </a:r>
            <a:br>
              <a:rPr lang="en-US" altLang="ja-JP" dirty="0"/>
            </a:br>
            <a:endParaRPr lang="en-US" altLang="ja-JP" dirty="0"/>
          </a:p>
          <a:p>
            <a:r>
              <a:rPr kumimoji="1" lang="ja-JP" altLang="en-US" dirty="0"/>
              <a:t>これらのツールは、印刷・広告業界でも用いられています。</a:t>
            </a:r>
            <a:br>
              <a:rPr kumimoji="1" lang="en-US" altLang="ja-JP" dirty="0"/>
            </a:br>
            <a:r>
              <a:rPr kumimoji="1" lang="ja-JP" altLang="en-US" dirty="0"/>
              <a:t>広告と聞いて、テレビ</a:t>
            </a:r>
            <a:r>
              <a:rPr kumimoji="1" lang="en-US" altLang="ja-JP" dirty="0"/>
              <a:t>CM</a:t>
            </a:r>
            <a:r>
              <a:rPr kumimoji="1" lang="ja-JP" altLang="en-US" dirty="0"/>
              <a:t>をイメージする人はもちろんですが、街中にあるチラシなど画像と文字の組み合わせでできたものは、ほぼすべてといっていいくらい</a:t>
            </a:r>
            <a:r>
              <a:rPr kumimoji="1" lang="en-US" altLang="ja-JP" dirty="0"/>
              <a:t>Adobe</a:t>
            </a:r>
            <a:r>
              <a:rPr kumimoji="1" lang="ja-JP" altLang="en-US" dirty="0"/>
              <a:t>社のツールが使われます。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3595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33B138-02F6-59A6-B367-4FFA17C3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卒業制作</a:t>
            </a:r>
            <a:r>
              <a:rPr lang="en-US" altLang="ja-JP" dirty="0"/>
              <a:t>	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D662EE-4D71-7600-B0E1-7B931B0E4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２年生は卒業制作のシーズンになります。</a:t>
            </a:r>
            <a:br>
              <a:rPr kumimoji="1" lang="en-US" altLang="ja-JP" dirty="0"/>
            </a:br>
            <a:r>
              <a:rPr kumimoji="1" lang="ja-JP" altLang="en-US" dirty="0"/>
              <a:t>１年生で習得した技術を最大限に生かして自分でコンセプトを練り、そのものを形にするのが、卒業制作です。</a:t>
            </a:r>
            <a:endParaRPr kumimoji="1" lang="en-US" altLang="ja-JP" dirty="0"/>
          </a:p>
          <a:p>
            <a:r>
              <a:rPr lang="ja-JP" altLang="en-US" dirty="0"/>
              <a:t>マニアックなものを作ってもよいし、様々な制作を行います。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0519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F7D99B-BFB6-C944-03A9-BC27CE8A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今日の体験学習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D87C357-99DF-DFFC-6699-7ABE911E3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二つの絵を合成し、文字列を加えてサムネイルを作成します。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1264068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イオン">
  <a:themeElements>
    <a:clrScheme name="イオン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イオン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イオン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</TotalTime>
  <Words>478</Words>
  <Application>Microsoft Office PowerPoint</Application>
  <PresentationFormat>ワイド画面</PresentationFormat>
  <Paragraphs>21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イオン</vt:lpstr>
      <vt:lpstr>オープンキャンパス　 体験学習 </vt:lpstr>
      <vt:lpstr>大橋校舎の学科について</vt:lpstr>
      <vt:lpstr>生成AI</vt:lpstr>
      <vt:lpstr>業界の標準ツールAdobe</vt:lpstr>
      <vt:lpstr>卒業制作 </vt:lpstr>
      <vt:lpstr>今日の体験学習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1</cp:revision>
  <dcterms:created xsi:type="dcterms:W3CDTF">2026-09-12T03:31:35Z</dcterms:created>
  <dcterms:modified xsi:type="dcterms:W3CDTF">2026-09-12T04:21:23Z</dcterms:modified>
</cp:coreProperties>
</file>